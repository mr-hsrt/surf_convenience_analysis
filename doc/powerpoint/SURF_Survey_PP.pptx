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8" r:id="rId5"/>
    <p:sldId id="26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682"/>
    <a:srgbClr val="F21F7B"/>
    <a:srgbClr val="662D91"/>
    <a:srgbClr val="26B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37" d="100"/>
          <a:sy n="37" d="100"/>
        </p:scale>
        <p:origin x="66" y="16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CB35E-C38E-4559-B3DD-88CC32F9C192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EB22B-B4E0-42EE-AB5C-CE566ABF37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8342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B2023-E837-49AC-BC1A-4F5D709DC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134" y="1001060"/>
            <a:ext cx="8324882" cy="2387600"/>
          </a:xfrm>
        </p:spPr>
        <p:txBody>
          <a:bodyPr anchor="b"/>
          <a:lstStyle>
            <a:lvl1pPr algn="l">
              <a:defRPr sz="6000">
                <a:solidFill>
                  <a:srgbClr val="662D9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D9BDA3-5173-4B61-8F33-FF0066C51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133" y="3554964"/>
            <a:ext cx="8324882" cy="125962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C789A6D9-5C19-A553-8040-6906FAEF8AA6}"/>
              </a:ext>
            </a:extLst>
          </p:cNvPr>
          <p:cNvGrpSpPr/>
          <p:nvPr userDrawn="1"/>
        </p:nvGrpSpPr>
        <p:grpSpPr>
          <a:xfrm>
            <a:off x="464820" y="5291033"/>
            <a:ext cx="11319275" cy="598386"/>
            <a:chOff x="387547" y="5077673"/>
            <a:chExt cx="11319275" cy="598386"/>
          </a:xfrm>
        </p:grpSpPr>
        <p:pic>
          <p:nvPicPr>
            <p:cNvPr id="17" name="Grafik 16" descr="Ein Bild, das Schrift, Grafiken, Text, Screenshot enthält.">
              <a:extLst>
                <a:ext uri="{FF2B5EF4-FFF2-40B4-BE49-F238E27FC236}">
                  <a16:creationId xmlns:a16="http://schemas.microsoft.com/office/drawing/2014/main" id="{35F82929-96A7-4944-1371-5AAB8C9CFA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4399" y="5130656"/>
              <a:ext cx="1270093" cy="447710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00E6BF52-2179-52B9-1214-0F41090FFD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" r="3163"/>
            <a:stretch/>
          </p:blipFill>
          <p:spPr>
            <a:xfrm>
              <a:off x="387547" y="5086844"/>
              <a:ext cx="1378038" cy="535333"/>
            </a:xfrm>
            <a:prstGeom prst="rect">
              <a:avLst/>
            </a:prstGeom>
          </p:spPr>
        </p:pic>
        <p:pic>
          <p:nvPicPr>
            <p:cNvPr id="19" name="Grafik 18" descr="Ein Bild, das Text, Schrift, weiß, Grafiken enthält.&#10;&#10;Automatisch generierte Beschreibung">
              <a:extLst>
                <a:ext uri="{FF2B5EF4-FFF2-40B4-BE49-F238E27FC236}">
                  <a16:creationId xmlns:a16="http://schemas.microsoft.com/office/drawing/2014/main" id="{11D5DFCB-D4D1-4A74-4237-43DFA862E9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1165" y="5182455"/>
              <a:ext cx="1421122" cy="344113"/>
            </a:xfrm>
            <a:prstGeom prst="rect">
              <a:avLst/>
            </a:prstGeom>
          </p:spPr>
        </p:pic>
        <p:pic>
          <p:nvPicPr>
            <p:cNvPr id="20" name="Grafik 19" descr="Ein Bild, das Schrift, Text, Grafiken, Logo enthält.">
              <a:extLst>
                <a:ext uri="{FF2B5EF4-FFF2-40B4-BE49-F238E27FC236}">
                  <a16:creationId xmlns:a16="http://schemas.microsoft.com/office/drawing/2014/main" id="{FF5427AF-0180-5CC2-D509-F898C6BD4F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95" r="4950"/>
            <a:stretch/>
          </p:blipFill>
          <p:spPr>
            <a:xfrm>
              <a:off x="6016481" y="5077673"/>
              <a:ext cx="1245870" cy="553677"/>
            </a:xfrm>
            <a:prstGeom prst="rect">
              <a:avLst/>
            </a:prstGeom>
          </p:spPr>
        </p:pic>
        <p:pic>
          <p:nvPicPr>
            <p:cNvPr id="21" name="Grafik 20" descr="Ein Bild, das Text, Schrift, Logo, Grafiken enthält.">
              <a:extLst>
                <a:ext uri="{FF2B5EF4-FFF2-40B4-BE49-F238E27FC236}">
                  <a16:creationId xmlns:a16="http://schemas.microsoft.com/office/drawing/2014/main" id="{260B769A-5C43-3C7F-AF97-ABA39C2A88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3192" y="5103272"/>
              <a:ext cx="1093630" cy="502479"/>
            </a:xfrm>
            <a:prstGeom prst="rect">
              <a:avLst/>
            </a:prstGeom>
          </p:spPr>
        </p:pic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78727C15-B6CE-8229-956E-05BD0602C9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06" r="9462"/>
            <a:stretch/>
          </p:blipFill>
          <p:spPr>
            <a:xfrm>
              <a:off x="3613306" y="5108495"/>
              <a:ext cx="636827" cy="567564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37A0CE1E-C624-43C7-2FDB-A4BFA4BDF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0" r="7450"/>
            <a:stretch/>
          </p:blipFill>
          <p:spPr>
            <a:xfrm>
              <a:off x="4538947" y="5196486"/>
              <a:ext cx="1188720" cy="316050"/>
            </a:xfrm>
            <a:prstGeom prst="rect">
              <a:avLst/>
            </a:prstGeom>
          </p:spPr>
        </p:pic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6E3A0D2F-7800-D0E5-DDAC-C11A4845CA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073"/>
            <a:stretch/>
          </p:blipFill>
          <p:spPr>
            <a:xfrm>
              <a:off x="9261101" y="5148755"/>
              <a:ext cx="1063276" cy="411513"/>
            </a:xfrm>
            <a:prstGeom prst="rect">
              <a:avLst/>
            </a:prstGeom>
          </p:spPr>
        </p:pic>
      </p:grpSp>
      <p:pic>
        <p:nvPicPr>
          <p:cNvPr id="47" name="Grafik 46">
            <a:extLst>
              <a:ext uri="{FF2B5EF4-FFF2-40B4-BE49-F238E27FC236}">
                <a16:creationId xmlns:a16="http://schemas.microsoft.com/office/drawing/2014/main" id="{3D8ED935-8DCD-C2FC-3180-1212C1A0CFC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2790" y="1303444"/>
            <a:ext cx="1184358" cy="112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1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AE4D3-6B9C-4610-8679-691FE4C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62D9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B283AF-181B-4333-BA53-AF7AC837D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63" y="1670180"/>
            <a:ext cx="11635274" cy="4230222"/>
          </a:xfrm>
          <a:prstGeom prst="rect">
            <a:avLst/>
          </a:prstGeom>
        </p:spPr>
        <p:txBody>
          <a:bodyPr/>
          <a:lstStyle>
            <a:lvl1pPr marL="228600" indent="-270000">
              <a:spcBef>
                <a:spcPts val="1200"/>
              </a:spcBef>
              <a:buClr>
                <a:srgbClr val="F21F7B"/>
              </a:buClr>
              <a:buSzPct val="85000"/>
              <a:buFont typeface="Wingdings" panose="05000000000000000000" pitchFamily="2" charset="2"/>
              <a:buChar char=""/>
              <a:defRPr b="1"/>
            </a:lvl1pPr>
            <a:lvl2pPr marL="685800" indent="-228600">
              <a:buFont typeface="Wingdings" panose="05000000000000000000" pitchFamily="2" charset="2"/>
              <a:buChar char="§"/>
              <a:defRPr sz="2000"/>
            </a:lvl2pPr>
            <a:lvl3pPr marL="1143000" indent="-228600">
              <a:buFont typeface="Wingdings" panose="05000000000000000000" pitchFamily="2" charset="2"/>
              <a:buChar char="§"/>
              <a:defRPr sz="1800"/>
            </a:lvl3pPr>
            <a:lvl4pPr marL="1600200" indent="-228600">
              <a:buFont typeface="Wingdings" panose="05000000000000000000" pitchFamily="2" charset="2"/>
              <a:buChar char="§"/>
              <a:defRPr sz="16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51805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AE4D3-6B9C-4610-8679-691FE4C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62D9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B283AF-181B-4333-BA53-AF7AC837D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63" y="1670178"/>
            <a:ext cx="11635274" cy="423022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Clr>
                <a:srgbClr val="26BEB8"/>
              </a:buClr>
              <a:buSzPct val="85000"/>
              <a:buFont typeface="Wingdings" panose="05000000000000000000" pitchFamily="2" charset="2"/>
              <a:buNone/>
              <a:defRPr b="0"/>
            </a:lvl1pPr>
            <a:lvl2pPr marL="685800" indent="-228600">
              <a:buFont typeface="Wingdings" panose="05000000000000000000" pitchFamily="2" charset="2"/>
              <a:buChar char="§"/>
              <a:defRPr sz="2000"/>
            </a:lvl2pPr>
            <a:lvl3pPr marL="1143000" indent="-228600">
              <a:buFont typeface="Wingdings" panose="05000000000000000000" pitchFamily="2" charset="2"/>
              <a:buChar char="§"/>
              <a:defRPr sz="1800"/>
            </a:lvl3pPr>
            <a:lvl4pPr marL="1600200" indent="-228600">
              <a:buFont typeface="Wingdings" panose="05000000000000000000" pitchFamily="2" charset="2"/>
              <a:buChar char="§"/>
              <a:defRPr sz="16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34405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DB612-298F-4960-B19C-773CCFCFC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63486"/>
            <a:ext cx="10515600" cy="2369781"/>
          </a:xfrm>
        </p:spPr>
        <p:txBody>
          <a:bodyPr anchor="b">
            <a:normAutofit/>
          </a:bodyPr>
          <a:lstStyle>
            <a:lvl1pPr>
              <a:defRPr sz="5000">
                <a:solidFill>
                  <a:srgbClr val="662D9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48ABAB-0E7A-4B99-8A5C-676235D13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6025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0161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15DECC-3102-4A9A-B032-1452C51F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62D9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E422DE43-CEA1-4330-8F1F-649D623D916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78363" y="1670180"/>
            <a:ext cx="5478625" cy="4230222"/>
          </a:xfrm>
          <a:prstGeom prst="rect">
            <a:avLst/>
          </a:prstGeom>
        </p:spPr>
        <p:txBody>
          <a:bodyPr/>
          <a:lstStyle>
            <a:lvl1pPr marL="228600" indent="-270000">
              <a:spcBef>
                <a:spcPts val="1200"/>
              </a:spcBef>
              <a:buClr>
                <a:srgbClr val="F21F7B"/>
              </a:buClr>
              <a:buSzPct val="85000"/>
              <a:buFont typeface="Wingdings" panose="05000000000000000000" pitchFamily="2" charset="2"/>
              <a:buChar char=""/>
              <a:defRPr b="1"/>
            </a:lvl1pPr>
            <a:lvl2pPr marL="685800" indent="-228600">
              <a:buFont typeface="Wingdings" panose="05000000000000000000" pitchFamily="2" charset="2"/>
              <a:buChar char="§"/>
              <a:defRPr sz="2000"/>
            </a:lvl2pPr>
            <a:lvl3pPr marL="1143000" indent="-228600">
              <a:buFont typeface="Wingdings" panose="05000000000000000000" pitchFamily="2" charset="2"/>
              <a:buChar char="§"/>
              <a:defRPr sz="1800"/>
            </a:lvl3pPr>
            <a:lvl4pPr marL="1600200" indent="-228600">
              <a:buFont typeface="Wingdings" panose="05000000000000000000" pitchFamily="2" charset="2"/>
              <a:buChar char="§"/>
              <a:defRPr sz="16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EC42C89-78BF-41BC-89A1-92F140708E1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435012" y="1670178"/>
            <a:ext cx="5478625" cy="4230223"/>
          </a:xfrm>
          <a:prstGeom prst="rect">
            <a:avLst/>
          </a:prstGeom>
        </p:spPr>
        <p:txBody>
          <a:bodyPr/>
          <a:lstStyle>
            <a:lvl1pPr marL="228600" indent="-270000">
              <a:spcBef>
                <a:spcPts val="1200"/>
              </a:spcBef>
              <a:buClr>
                <a:srgbClr val="F21F7B"/>
              </a:buClr>
              <a:buSzPct val="85000"/>
              <a:buFont typeface="Wingdings" panose="05000000000000000000" pitchFamily="2" charset="2"/>
              <a:buChar char=""/>
              <a:defRPr b="1"/>
            </a:lvl1pPr>
            <a:lvl2pPr marL="685800" indent="-228600">
              <a:buFont typeface="Wingdings" panose="05000000000000000000" pitchFamily="2" charset="2"/>
              <a:buChar char="§"/>
              <a:defRPr sz="2000"/>
            </a:lvl2pPr>
            <a:lvl3pPr marL="1143000" indent="-228600">
              <a:buFont typeface="Wingdings" panose="05000000000000000000" pitchFamily="2" charset="2"/>
              <a:buChar char="§"/>
              <a:defRPr sz="1800"/>
            </a:lvl3pPr>
            <a:lvl4pPr marL="1600200" indent="-228600">
              <a:buFont typeface="Wingdings" panose="05000000000000000000" pitchFamily="2" charset="2"/>
              <a:buChar char="§"/>
              <a:defRPr sz="16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329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BFC1A3-A8F3-490E-A7A5-4BF58531D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62D9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66121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58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3E0A9E7-17C0-C46B-5491-8935DCDFD6E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E9592E2-894F-12A6-8B62-B5482FAC299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35" y="299227"/>
            <a:ext cx="2775453" cy="934654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7630BEF-492B-4BA3-9997-828E0797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82" y="439992"/>
            <a:ext cx="8380445" cy="653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0" name="Foliennummernplatzhalter 5">
            <a:extLst>
              <a:ext uri="{FF2B5EF4-FFF2-40B4-BE49-F238E27FC236}">
                <a16:creationId xmlns:a16="http://schemas.microsoft.com/office/drawing/2014/main" id="{F5B16C11-A98F-4F13-9AC6-90F2760AEAD1}"/>
              </a:ext>
            </a:extLst>
          </p:cNvPr>
          <p:cNvSpPr txBox="1">
            <a:spLocks/>
          </p:cNvSpPr>
          <p:nvPr userDrawn="1"/>
        </p:nvSpPr>
        <p:spPr>
          <a:xfrm>
            <a:off x="342122" y="6492875"/>
            <a:ext cx="11514496" cy="365125"/>
          </a:xfrm>
          <a:prstGeom prst="rect">
            <a:avLst/>
          </a:prstGeom>
        </p:spPr>
        <p:txBody>
          <a:bodyPr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200" dirty="0"/>
              <a:t>Meeting bzw. Anlass | </a:t>
            </a:r>
            <a:fld id="{D6772CB1-BB66-4026-9CBB-F0867973D5C9}" type="datetimeFigureOut">
              <a:rPr lang="de-DE" sz="1200" smtClean="0"/>
              <a:pPr algn="r"/>
              <a:t>22.01.2026</a:t>
            </a:fld>
            <a:r>
              <a:rPr lang="de-DE" sz="1200" dirty="0"/>
              <a:t> | Folie </a:t>
            </a:r>
            <a:fld id="{11686EB3-908D-4737-B140-C948CFF2B9BD}" type="slidenum">
              <a:rPr lang="de-DE" sz="1200" smtClean="0"/>
              <a:pPr algn="r"/>
              <a:t>‹Nr.›</a:t>
            </a:fld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76250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662D9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tertitel 4">
            <a:extLst>
              <a:ext uri="{FF2B5EF4-FFF2-40B4-BE49-F238E27FC236}">
                <a16:creationId xmlns:a16="http://schemas.microsoft.com/office/drawing/2014/main" id="{E6778E4F-EEA1-4DF4-AB00-C4C4A15B97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 rtl="0" fontAlgn="base"/>
            <a:r>
              <a:rPr lang="de-DE" sz="2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Xxxx</a:t>
            </a:r>
            <a:r>
              <a:rPr lang="de-DE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xxx</a:t>
            </a:r>
          </a:p>
          <a:p>
            <a:endParaRPr lang="de-DE" sz="32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0ACAFCF-145A-3FF0-DBC6-8DB1DD09D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/>
              <a:t>xxx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990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31C11-F2F7-D458-19E5-7853F178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xxxx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1252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d5578f-928c-4324-ac78-1baed0946992" xsi:nil="true"/>
    <lcf76f155ced4ddcb4097134ff3c332f xmlns="70dd8da5-d740-446a-849b-d74bd96da81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FFB2ADE21675E4E86106ADCC539E5AD" ma:contentTypeVersion="11" ma:contentTypeDescription="Ein neues Dokument erstellen." ma:contentTypeScope="" ma:versionID="fe676f38072684fa0b815a96a4acea78">
  <xsd:schema xmlns:xsd="http://www.w3.org/2001/XMLSchema" xmlns:xs="http://www.w3.org/2001/XMLSchema" xmlns:p="http://schemas.microsoft.com/office/2006/metadata/properties" xmlns:ns2="70dd8da5-d740-446a-849b-d74bd96da812" xmlns:ns3="f9d5578f-928c-4324-ac78-1baed0946992" targetNamespace="http://schemas.microsoft.com/office/2006/metadata/properties" ma:root="true" ma:fieldsID="ccd3ac19d4fec4e869eb473bf9cbfc0a" ns2:_="" ns3:_="">
    <xsd:import namespace="70dd8da5-d740-446a-849b-d74bd96da812"/>
    <xsd:import namespace="f9d5578f-928c-4324-ac78-1baed09469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d8da5-d740-446a-849b-d74bd96da8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ildmarkierungen" ma:readOnly="false" ma:fieldId="{5cf76f15-5ced-4ddc-b409-7134ff3c332f}" ma:taxonomyMulti="true" ma:sspId="299b2379-24e0-4fd9-9834-2b55619a9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d5578f-928c-4324-ac78-1baed094699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d28043f-636c-47e4-8911-b1d1fdc61155}" ma:internalName="TaxCatchAll" ma:showField="CatchAllData" ma:web="f9d5578f-928c-4324-ac78-1baed09469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AC5421-DCD0-42EE-BA7B-728001C520F8}">
  <ds:schemaRefs>
    <ds:schemaRef ds:uri="http://schemas.microsoft.com/office/2006/metadata/properties"/>
    <ds:schemaRef ds:uri="http://schemas.microsoft.com/office/infopath/2007/PartnerControls"/>
    <ds:schemaRef ds:uri="f9d5578f-928c-4324-ac78-1baed0946992"/>
    <ds:schemaRef ds:uri="70dd8da5-d740-446a-849b-d74bd96da812"/>
  </ds:schemaRefs>
</ds:datastoreItem>
</file>

<file path=customXml/itemProps2.xml><?xml version="1.0" encoding="utf-8"?>
<ds:datastoreItem xmlns:ds="http://schemas.openxmlformats.org/officeDocument/2006/customXml" ds:itemID="{1009ADC2-2E1D-499A-8527-435DDBD719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dd8da5-d740-446a-849b-d74bd96da812"/>
    <ds:schemaRef ds:uri="f9d5578f-928c-4324-ac78-1baed09469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FFE0B7-AD9C-4162-9CD6-9D436426DF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Wingdings</vt:lpstr>
      <vt:lpstr>Office</vt:lpstr>
      <vt:lpstr>xxx</vt:lpstr>
      <vt:lpstr>xxxx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braun</dc:creator>
  <cp:lastModifiedBy>Rosenthal, Matthias</cp:lastModifiedBy>
  <cp:revision>147</cp:revision>
  <dcterms:created xsi:type="dcterms:W3CDTF">2022-02-25T12:11:13Z</dcterms:created>
  <dcterms:modified xsi:type="dcterms:W3CDTF">2026-01-22T17:53:00Z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0x0101006FFB2ADE21675E4E86106ADCC539E5AD</vt:lpwstr>
  </property>
</Properties>
</file>